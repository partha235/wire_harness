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BED3F5D6-0E8A-47BE-8654-7CE1450E877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8D9ACD1-C2B1-4AB2-93F5-5F16CA2051E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704B673-8C9D-44A7-9AF1-4E3F6064178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1200" y="13716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1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WIRE HARNESS MANAGEMENT </a:t>
            </a:r>
            <a:endParaRPr lang="en-US" sz="3300" b="1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Objectives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To develop an automated wire harness testing system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To verify signal integrity and measure propagation delay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To detect wiring faults like open and short circuits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To monitor current and temperature for safety analysis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To provide real-time and accurate diagnostics for reliability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C808C46-8DC3-424B-9EDD-46F77DA003F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Abstract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9144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Smart wire harness diagnostic system using ESP32 (MicroPython) and Arduino Nano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 performs signal integrity and continuity testing with delay measurement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Arduino Nano monitors current (ACS712) and temperature (DS18B20)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Detects faults like open circuits, short circuits, high resistance, and overheating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Provides real-time monitoring for automotive and industrial applications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ADB1A0C-83AD-4B56-B79A-E11C15E7D2A5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Intro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Wire harness systems are critical in electrical and electronic applications, ensuring proper signal and power transmission.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Faults like wrong connections, signal delay, and overheating can lead to system failures and safety risks.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Manual testing of wire harnesses is time-consuming and prone to human error.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This project introduces an automated solution for testing signal integrity and monitoring thermal conditions.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The system improves reliability, safety, and efficiency in wire harness management.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49401A7-C859-4C14-8AC8-E7D6407AB41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Problem Statement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Wire harness systems often face issues like incorrect connections, signal delay, and overheating.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These faults are difficult to detect using traditional manual testing methods.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Manual inspection is time-consuming, inefficient, and prone to human error.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Undetected faults can lead to system failure, damage to components, and safety hazards.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There is a need for an automated system to quickly and accurately test and monitor wire harness conditions.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E9E8EC3-6A00-4585-86D9-BBDBFC9025B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Software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Arduino IDE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Thonny IDE (for MicroPython programming)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Python (for ESP32 scripting)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FAB8CAA-7029-436F-8E1B-3BF1F14071F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Hardware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 Development Board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Arduino Nano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OLED Display (SSD1306)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LCD Display (16x2 with I2C)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ACS712 Current Sensor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DS18B20 Temperature Sensor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Connecting Wires / Wire Harness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Power Supply Unit 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Resistors and Supporting Components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IRFZ44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10W resistor</a:t>
            </a:r>
            <a:endParaRPr lang="en-US" sz="1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4E9465F-3449-4FD0-B1FD-27ABED7D2EB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Methodology</a:t>
            </a:r>
            <a:endParaRPr lang="en-US" sz="3200" b="1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The system is divided into two setups: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 (MicroPython) for signal integrity testing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Arduino Nano for current and temperature monitoring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Wire harness is connected between output and input pins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Load testing is performed using MOSFET and power resistor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Displays provide real-time feedback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53EB1C8-ADA1-45EE-AB8A-8DB1C1D49F0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 sends signal through each wire in the harness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Corresponding input pin is monitored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Time delay is measured using microsecond timer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Results are analyzed: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Correct connection → PASS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No signal → FAIL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High delay → WARNING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Output is displayed on OLED screen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339348-5667-4D8E-9D9F-69ED1A876A7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MOSFET switches the load (10W resistor) across the wire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Current is measured using ACS712 sensor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Temperature is monitored using DS18B20 sensor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Data is processed and displayed on LCD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System detects: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Overcurrent condition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Overheating of wire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4A018D9-AB37-4466-B3BC-DBD804201909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Merits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Fast and automated wire harness testing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Accurate fault detection (open, short, high resistance)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Real-time current and temperature monitoring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Improves safety and reliability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Cost-effective and easy to implement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7C45BA6-A729-42E0-9056-A66038B6561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Demerits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Uses two separate systems (ESP32 + Arduino)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Limited to moderate current testing range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Accuracy depends on sensor calibration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Not suitable for very high-frequency signal analysis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Requires proper setup and wiring for correct results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DEEDEFF-9C73-41D6-9065-51E3ADCE82B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Result &amp; Conclusion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Successfully developed a wire harness diagnostic system using ESP32 and Arduino Nano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Accurately detected faults like open circuits, short circuits, and high resistance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Measured signal delay and monitored current and temperature in real-time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System improved testing speed, reliability, and safety compared to manual methods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Suitable for automotive and industrial wire harness testing applications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737DF84-B5F2-49B2-9729-BB716CE529E9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9800" y="3429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buNone/>
            </a:pPr>
            <a:r>
              <a:rPr lang="en-US" sz="3300" b="1" u="none" strike="noStrike">
                <a:solidFill>
                  <a:srgbClr val="00506A"/>
                </a:solidFill>
                <a:effectLst/>
                <a:uFillTx/>
                <a:latin typeface="Arial"/>
              </a:rPr>
              <a:t>Thank You….!</a:t>
            </a:r>
            <a:endParaRPr lang="en-US" sz="3300" b="1" u="none" strike="noStrike">
              <a:solidFill>
                <a:srgbClr val="00506A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82B097B-4FA6-422F-B153-42F42047702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2026-04-10T11:37:35Z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2026-04-10T12:13:48Z</dcterms:modified>
  <cp:revision>8</cp:revision>
  <dc:subject/>
  <dc:title>Blue Curve</dc:title>
</cp:coreProperties>
</file>