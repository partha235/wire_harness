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1A4503-9149-484D-9292-FF93EAF2BC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E0082B-B13A-4F31-8B19-35B57F221E0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72960" y="1165320"/>
            <a:ext cx="9156240" cy="160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"/>
              </a:rPr>
              <a:t>Annamalai University  </a:t>
            </a:r>
            <a:br>
              <a:rPr sz="4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DEPARTMENT OF ELECTRONICS AND COMMUNICATION ENGINEERING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FACULTY OF ENGINEERING AND TECHNOLOGY, ANNAMALAI UNIVERSITY, ANNAMALAINAGAR - 608002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ACADEMIC YEAR 2023-2024 [EVEN SEM]</a:t>
            </a:r>
            <a:br>
              <a:rPr sz="1400"/>
            </a:b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Picture 8"/>
          <p:cNvPicPr/>
          <p:nvPr/>
        </p:nvPicPr>
        <p:blipFill>
          <a:blip r:embed="rId1"/>
          <a:stretch/>
        </p:blipFill>
        <p:spPr>
          <a:xfrm>
            <a:off x="4114800" y="228600"/>
            <a:ext cx="152424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"/>
          <p:cNvSpPr txBox="1"/>
          <p:nvPr/>
        </p:nvSpPr>
        <p:spPr>
          <a:xfrm>
            <a:off x="878400" y="265860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Automated Wire Harness Management and Diagnostic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02680" y="3886200"/>
            <a:ext cx="3200400" cy="1600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Guide 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Dr. P. Sakthibalan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Assistant professor, ECE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" name=""/>
          <p:cNvGraphicFramePr/>
          <p:nvPr/>
        </p:nvGraphicFramePr>
        <p:xfrm>
          <a:off x="5366160" y="3687120"/>
          <a:ext cx="4500360" cy="1384920"/>
        </p:xfrm>
        <a:graphic>
          <a:graphicData uri="http://schemas.openxmlformats.org/drawingml/2006/table">
            <a:tbl>
              <a:tblPr/>
              <a:tblGrid>
                <a:gridCol w="1849680"/>
                <a:gridCol w="283680"/>
                <a:gridCol w="2367360"/>
              </a:tblGrid>
              <a:tr h="346320">
                <a:tc gridSpan="3">
                  <a:txBody>
                    <a:bodyPr lIns="36000" tIns="36000" rIns="36000" bIns="36000" anchor="t">
                      <a:noAutofit/>
                    </a:bodyPr>
                    <a:p>
                      <a:pPr algn="ctr" defTabSz="914400"/>
                      <a:r>
                        <a:rPr lang="en-IN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SUBMITTED BY B.E (ECE) -VIII SEMESTER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Afra seemeen 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221010002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Dhanuja 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221010010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Femina F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221010017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"/>
          <p:cNvSpPr txBox="1"/>
          <p:nvPr/>
        </p:nvSpPr>
        <p:spPr>
          <a:xfrm>
            <a:off x="-880560" y="5762160"/>
            <a:ext cx="6276600" cy="343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Automated Wire Harness Management and Diagnostic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Abstract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29560" y="1371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project develops an automated wire harness diagnostic system to address limitations of traditional manual testing methods.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integrates ESP32 microcontroller for signal integrity, continuity testing, and propagation delay measurement.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Arduino Nano module performs electrical load testing and thermal analysis using ACS712 current sensor and DS18B20 temperature sensor.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system successfully detects multiple faults including open/short circuits, high resistance, signal delay, and overheating.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Real-time visual and audio feedback improves testing efficiency, accuracy, reliability, and safety in automotive and industrial applications.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Objectives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design and develop an automated wire harness diagnostic system for efficient testing.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integrate signal integrity and continuity testing using ESP32 microcontroller.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perform electrical load and thermal analysis using Arduino Nano, ACS712, and DS18B20 sensors.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detect faults such as open circuit, short circuit, high resistance, propagation delay, and overheating.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provide real-time results with visual and audio feedback for improved reliability and safety.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 Statement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Traditional wire harness testing is mostly manual, time-consuming, and prone to human error.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Manual methods cannot effectively detect subtle faults like signal propagation delay and gradual overheating under load.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Increasing complexity of modern wire harnesses in automotive and industrial systems demands faster and more reliable testing.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Existing systems often focus only on continuity testing and lack integrated thermal and load analysis.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Poor wire harness quality can lead to system failures, safety hazards, and high maintenance costs.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Literature Review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" name=""/>
          <p:cNvGraphicFramePr/>
          <p:nvPr/>
        </p:nvGraphicFramePr>
        <p:xfrm>
          <a:off x="504000" y="1326600"/>
          <a:ext cx="9071280" cy="2354760"/>
        </p:xfrm>
        <a:graphic>
          <a:graphicData uri="http://schemas.openxmlformats.org/drawingml/2006/table">
            <a:tbl>
              <a:tblPr/>
              <a:tblGrid>
                <a:gridCol w="1887480"/>
                <a:gridCol w="4159800"/>
                <a:gridCol w="302436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Authors 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Title 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Content 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J. Smith &amp; R. Brown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r>
                        <a:rPr lang="en-US" sz="2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Wire Harness Systems (2018)</a:t>
                      </a:r>
                      <a:endParaRPr lang="en-US" sz="2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endParaRPr lang="en-US" sz="2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r>
                        <a:rPr lang="en-US" sz="2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Emphasized design &amp; maintenance for reliability; faults can cause system failure</a:t>
                      </a:r>
                      <a:endParaRPr lang="en-US" sz="2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P. Singh &amp; A. Rao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r>
                        <a:rPr lang="en-US" sz="2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Integrated Diagnostics (2023)</a:t>
                      </a:r>
                      <a:endParaRPr lang="en-US" sz="2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endParaRPr lang="en-US" sz="2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r>
                        <a:rPr lang="en-US" sz="2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Multi-parameter (signal + current + thermal) testing is essential</a:t>
                      </a:r>
                      <a:endParaRPr lang="en-US" sz="2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R. Gupta &amp; P. Sharma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r>
                        <a:rPr lang="en-US" sz="2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Automated Testing (2022)</a:t>
                      </a:r>
                      <a:endParaRPr lang="en-US" sz="2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endParaRPr lang="en-US" sz="2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r>
                        <a:rPr lang="en-US" sz="2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Microcontroller systems improve efficiency but lack thermal analysis</a:t>
                      </a:r>
                      <a:endParaRPr lang="en-US" sz="2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Hardware and Software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600200"/>
            <a:ext cx="45252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ESP32-WROOM Microcontroller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Arduino Nano (ATmega328)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ACS712 Current Sensor (30A)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DS18B20 Temperature Sensor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IRFP150N MOSFET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10W Power Resistor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OLED Display (SSD1306)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16x2 LCD Display with I2C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Battery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029200" y="1600200"/>
            <a:ext cx="45252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Thonny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Arduino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154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Block Diagram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"/>
          <p:cNvPicPr/>
          <p:nvPr/>
        </p:nvPicPr>
        <p:blipFill>
          <a:blip r:embed="rId1"/>
          <a:stretch/>
        </p:blipFill>
        <p:spPr>
          <a:xfrm>
            <a:off x="3429000" y="1085760"/>
            <a:ext cx="3657600" cy="419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Methodology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Develops an automated diagnostic system for wire harness testing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Combines two independent modules for comprehensive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Module 1: Signal integrity &amp; continuity testing (ESP32)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Module 2: Electrical load &amp; thermal analysis (Arduino Nano)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Aims to detect electrical, signal, and thermal faults in real-time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Methodology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Signal Testing Unit: ESP32-WROOM + OLED Display + Buzzer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Performs continuity and propagation delay testing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Load &amp; Thermal Testing Unit: Arduino Nano + ACS712 + DS18B20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Applies controlled load and monitors current &amp; temperature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Uses male/female connectors for easy wire harness interfacing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Provides visual (OLED + LCD)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Methodology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Initialize both microcontrollers and peripherals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Stage 1: ESP32 performs signal integrity test (one wire at a time)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Measures propagation delay → PASS / WARNING / FAIL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Stage 2: Arduino applies load via MOSFET &amp; 10W resistor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Monitors current (ACS712) and temperature (DS18B20)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Real-time display of results with buzzer alerts for faults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Complete evaluation of electrical and thermal performance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Results and Conclusion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developed system successfully detects open circuits, short circuits, high resistance connections, and propagation delays with high accuracy.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Real-time load and thermal analysis effectively identifies overheating and overcurrent conditions under electrical stress.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dual-module approach (ESP32 + Arduino Nano) provides reliable visual and audio feedback for quick fault diagnosis.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automated system significantly reduces testing time and human error compared to traditional manual methods.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project demonstrates an efficient, cost-effective solution that enhances the reliability and safety of wire harnesses in automotive and industrial applications.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2026-05-18T06:30:52Z</dcterms:created>
  <dc:creator/>
  <dc:description/>
  <dc:language>en-US</dc:language>
  <cp:lastModifiedBy/>
  <cp:lastPrinted>2026-05-18T07:07:39Z</cp:lastPrinted>
  <dcterms:modified xsi:type="dcterms:W3CDTF">2026-05-18T07:07:31Z</dcterms:modified>
  <cp:revision>7</cp:revision>
  <dc:subject/>
  <dc:title>busi_temp</dc:title>
</cp:coreProperties>
</file>